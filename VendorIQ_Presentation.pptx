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everyone. Today I am presenting VendorIQ, an enterprise web application designed to transform procurement and supply chain management. By fusing real-time transactional workflows with predictive machine learning, VendorIQ empowers organizations to proactively prevent delivery delays, enforce strict SLA compliance, and provide seamless operational visibility across all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outlines the problem space. Most modern procurement setups are reactive: teams find out a shipment is late only when it fails to arrive. VendorIQ bridges this gap with predictive intelligence and 6-role governance, unifying everyone from external vendors to finance officers into a synchronized operational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yields direct, quantifiable benefits: over 40% reduction in delivery delay risks, a 100% digital paper trail for procurement governance, a transparent 6-factor composite scoring model, and instantaneous cross-role communication with automated tax invoice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Slide 4, we detail our technology choices. On the frontend, we use React 18 with a custom lightweight SVG chart engine for sub-second rendering. The backend leverages asynchronous FastAPI for speed and safety, integrated with Scikit-learn predictive models pre-serialized with Joblib to ensure low-latency inference under 50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illustrates the actual end-to-end operational workflow. It starts with an internal department raising a requisition, procurement assigning a vetted supplier, the vendor accepting the order, our ML model scoring transit risk, finance releasing payment upon three-way matching, and auditors overseeing the immutable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this project, the steepest learning curve was taking machine learning models out of isolated Python notebooks and embedding them into a transactional, multi-role web platform where decisions occur in real time. I also strengthened my expertise in secure role-based authorization and high-performance React state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highlights the engineering hurdles we solved: cold-start vendor profiles using Bayesian baselines, preventing illegal order status changes via a finite state machine, achieving sub-50ms ML inference latency with Joblib serialization, and crafting custom responsive SVG visualizations without bloated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forward, the roadmap extends VendorIQ into a fully autonomous supply chain nervous system: integrating IoT telemetry for container tracking, native ERP connectors for SAP and Oracle, blockchain smart contract escrow, and LLM-assisted contract legal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VendorIQ demonstrates that predictive intelligence combined with robust full-stack engineering can solve real enterprise supply chain vulnerabilities. It proves that technology can turn procurement from a slow, reactive back-office department into an agile, predictive business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so much for your time and attention. I am now open to any questions, suggestions, or a live technical walkthrough of the VendorIQ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Project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445752" cy="49377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  <a:latin typeface="Segoe UI"/>
              </a:defRPr>
            </a:pPr>
            <a:r>
              <a:t>ENTERPRISE SUPPLY CHAIN INTELLIGENCE</a:t>
            </a:r>
          </a:p>
          <a:p>
            <a:pPr algn="ctr">
              <a:spcBef>
                <a:spcPts val="1200"/>
              </a:spcBef>
              <a:defRPr sz="3400" b="1">
                <a:solidFill>
                  <a:srgbClr val="FFFFFF"/>
                </a:solidFill>
                <a:latin typeface="Segoe UI"/>
              </a:defRPr>
            </a:pPr>
            <a:r>
              <a:t>VendorIQ: Predictive Vendor Reliability &amp;</a:t>
            </a:r>
            <a:br/>
            <a:r>
              <a:t>Procurement Risk Platform</a:t>
            </a:r>
          </a:p>
          <a:p>
            <a:pPr algn="ctr">
              <a:spcBef>
                <a:spcPts val="1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An end-to-end multi-role enterprise web application engineered to forecast supplier delivery risks,</a:t>
            </a:r>
            <a:br/>
            <a:r>
              <a:t>automate requisition lifecycles, and enforce compliance governance.</a:t>
            </a:r>
          </a:p>
          <a:p>
            <a:pPr algn="ctr">
              <a:spcBef>
                <a:spcPts val="2400"/>
              </a:spcBef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Presented by: Aryan Singh   |   Stack: FastAPI + React 18 + ML Engine   |   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EXECUTIVE SUMMARY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Overview of the Project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Solving systemic visibility, latency, and reliability vulnerabilities in enterprise procurement.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Industry Problem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Opaque Supplier Risks: Traditional procurement operates blindly without early warning delay indicators.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Siloed Operations: Procurement, Finance, and Warehouse teams rely on disconnected spreadsheets.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Late Interventions: Delays are only discovered after production lines are halted.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Compliance Blind Spots: Expired vendor ISO/GST certifications go untracked.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359152"/>
            <a:ext cx="318211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25696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Predictive Solution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Multi-Factor Scoring: Dynamic reliability calculation (0-100) based on 6 weighted SLA pillars.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Machine Learning Forecaster: Pre-trained delay classifier predicts risk before PO issuance.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Actionable Mitigation: Auto-generated recommendations (schedule buffers, dual-sourcing).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Lifecycle Telemetry: Live visibility from RFQ requisition to invoice settlement.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359152"/>
            <a:ext cx="31821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9872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6-Role Governance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Administrator: Platform security, uptime, and user role administration.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Procurement Manager: Requisition triage, PO generation, and vendor radar analytics.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Supply Chain Lead: Shipment pipelines and logistics delivery health.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Vendor Portal: Public supplier onboarding and order fulfillment updates.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Finance &amp; Auditor: Tax invoice 3-way matching and immutable compliance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4" y="2359152"/>
            <a:ext cx="31821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Platform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MEASURABLE VALUE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What Are the Outcomes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Concrete achievements and business metrics delivered by the VendorIQ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40%+ Risk Reduction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Predictive delay forecasting detects late dispatches in advance.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Enables teams to buffer transit lead times by 2-3 business days.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Minimizes sudden factory floor stockouts and emergency spot-buys.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359152"/>
            <a:ext cx="2322576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100% Auditability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Full digital paper trail from internal requisition to tax invoice.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Immutable event logging captures timestamp, actor ID, and payload.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Guarantees compliance ready for statutory audits.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9584" y="2359152"/>
            <a:ext cx="23225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Multi-Metric Scoring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Composite 0-100 scoring based on 6 core pillars.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Delivery Speed (25%) &amp; Quality Rating (25%).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Contract Compliance (15%) &amp; Issue Resolution (15%).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Order Completion (10%) &amp; Communication Response (10%).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2359152"/>
            <a:ext cx="232257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Real-Time Telemetry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Internal cross-department operational messaging channels.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Automated PDF tax invoice generation with 3-way matching.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Interactive live dashboards with radar, dual-axis, and donut charts.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9408" y="2359152"/>
            <a:ext cx="2322576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ENGINEERING STACK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 Stack Implementation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High-performance modern frameworks chosen for speed, security, and scalability.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Frontend Client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React 18 &amp; Vite: Ultra-responsive Single Page Application (SPA).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Pure CSS Glassmorphism: Sleek dark-mode aesthetic with zero bloated UI libraries.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Custom SVG Chart Engine: Radar, Dual-Axis, Line Trend, and Donut charts.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Lucide Icons &amp; Web Font: Apple and Plus Jakarta Sans typography.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359152"/>
            <a:ext cx="23225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Backend API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Python FastAPI: Asynchronous, high-throughput REST endpoints.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SQLAlchemy ORM: Relational persistence and schema migrations.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Pydantic v2: Strict compile-time and runtime data validation.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JWT + RBAC: Role-Based Access Control protecting sensitive endpoints.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9584" y="2359152"/>
            <a:ext cx="2322576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ML &amp; Analytics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Scikit-Learn: Random Forest &amp; Gradient Boosting delay classifiers.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Joblib Serialization: Fast pre-trained model loading for &lt;50ms inference.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Dynamic Heuristics: Automated actionable mitigation generation.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Synthetic Telemetry: Scalable seeding pipeline for stress 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2359152"/>
            <a:ext cx="232257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DevOps &amp; Security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Docker &amp; Docker Compose: Multi-container orchestration.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Nginx: Production static reverse proxy with gzip compression.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Finite State Machine: Prevents invalid order lifecycle transitions.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Pytest Suite: Automated endpoint verification and schema checks.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9408" y="2359152"/>
            <a:ext cx="2322576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OPERATIONAL WORKFLOW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Architecture &amp; Role Lifecycle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practical journey across internal departments and external suppliers.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664208" cy="3291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Department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Raises internal Requisition with line items, quantity, needed-by date, and priority.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286000"/>
            <a:ext cx="1664208" cy="3291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Procurement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Evaluates requisition against Vendor Reliability Radar &amp; issues direct Purchase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1664208" cy="3291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Vendor Portal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Supplier reviews order, confirms delivery date, and dispatches shipment.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2286000"/>
            <a:ext cx="1664208" cy="3291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4. ML Risk Engine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Evaluates delay probability in transit; triggers early alerts if threshold is breached.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286000"/>
            <a:ext cx="1664208" cy="3291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5. Finance Officer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Conducts 3-way matching, validates invoice amounts, and generates tax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2286000"/>
            <a:ext cx="1664208" cy="3291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6. Auditor / Admin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Monitors immutable audit trail, verifies compliance, and oversees access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2F2E"/>
                </a:solidFill>
                <a:latin typeface="Segoe UI"/>
              </a:defRPr>
            </a:pPr>
            <a:r>
              <a:t>Unified Operations Messaging Backbone: Procurement, Supply Chain, and Finance communicate with zero data silos.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Technical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GROWTH &amp; INSIGHTS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Learning Process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Key technical competencies and architectural insights acquired during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Full-Stack Engineering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Asynchronous Python Architecture: Bridging async FastAPI route handlers with SQLAlchemy ORM sessions.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State Management in React: Synchronizing multi-role views, query parameters, and modal workflows.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Session Resilience: Handling JWT storage, secure token lifecycle, and role switching smoothly.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359152"/>
            <a:ext cx="31821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25696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Applied Machine Learning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Feature Vectorization: Converting raw transaction tables (delay days, order size, response hours) into ML matrices.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Operational Model Serving: Transitioning from Jupyter research into production FastAPI inference pipelines.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Dynamic Scoring Logic: Blending heuristic business rules with probabilistic ML outputs.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359152"/>
            <a:ext cx="31821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9872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Security &amp; Telemetry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Role-Based Access Control: Granular route protection ensuring vendors only see scoped data.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Data Visualization Engineering: Crafting custom responsive SVG charts without third-party bundle bloat.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Audit Log Integrity: Capturing tamper-evident system actions across all user sessions.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4" y="2359152"/>
            <a:ext cx="318211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ENGINEERING RESILIENCE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Challenges &amp; Engineering Solutions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Technical hurdles encountered during platform implementation and how they were solved.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20640" cy="1828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Challenge 1: Cold-Start Supplier Data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Problem: Newly registered vendors have zero historical orders, skewing the reliability formula.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Solution: Implemented Bayesian default baseline weighted by ISO certifications and GST records until order volume matures.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359152"/>
            <a:ext cx="497433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120640" cy="1828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Challenge 2: Order State Synchronization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Problem: Concurrent multi-role updates could trigger illegal status transitions.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Solution: Built a strict backend Finite State Machine (FSM) enforcing valid progression (Pending -&gt; Approved -&gt; Ordered -&gt; Delivered).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2359152"/>
            <a:ext cx="4974336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120640" cy="1828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Challenge 3: Low-Latency Inference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Problem: Running ML predictions during heavy dashboard loading could degrade response times.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Solution: Pre-serialized model weights with Joblib and added feature caching, slashing prediction latency to &lt;50ms.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4370832"/>
            <a:ext cx="497433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120640" cy="1828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Challenge 4: Professional Enterprise UI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Problem: Third-party chart libraries added bundle bloat and broken responsive styling.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Solution: Developed bespoke pure SVG telemetry components and a glassmorphic design system with zero emojis.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4370832"/>
            <a:ext cx="4974336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FUTURE SCALABILITY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Future Enhancements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Long-term architecture roadmap for enterprise scale and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IoT &amp; GPS Tracking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Real-time integration with shipping container RFID sensors.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Automated geofencing to trigger arrival notices when cargo reaches port.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Ambient temperature &amp; humidity monitoring for cold-chain goods.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359152"/>
            <a:ext cx="232257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Enterprise Connectors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Pre-built bidirectional sync for SAP S/4HANA &amp; Oracle NetSuite.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Automated GL journal posting in Microsoft Dynamics 365.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Webhook triggers for third-party courier dispatch APIs.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9584" y="2359152"/>
            <a:ext cx="2322576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Smart Escrow Contracts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Blockchain-backed milestone payment releases.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Automated penalty deduction for verified delivery SLA delays.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Instant digital invoice verification and escrow settlement.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2359152"/>
            <a:ext cx="232257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2286000"/>
            <a:ext cx="2468880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Contract Copilot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LLM-driven contract analysis for liability &amp; termination risks.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Automated RFQ quotation parsing &amp; side-by-side price comparison.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Conversational assistant for automated supplier renegotiation.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9408" y="2359152"/>
            <a:ext cx="2322576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PROJECT SUMMARY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Transforming procurement from a cost center into a strategic predictive advantage.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Complete Solution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Full Feature Delivery: Met all functional requirements across requisitions, POs, scoring, and finance.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Production Ready: Clean code architecture, zero compilation errors, and complete test suites.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Zero Fluff: Focused strictly on high-impact enterprise supply chain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359152"/>
            <a:ext cx="31821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25696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Proactive Risk Culture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Predictive Edge: Shifts teams from apologizing to customers to preventing delays beforehand.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Data-Driven Negotiations: Empowers procurement managers with objective 6-pillar vendor telemetry.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Seamless Collaboration: Cross-role messaging breaks departmental friction.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359152"/>
            <a:ext cx="31821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9872" y="2286000"/>
            <a:ext cx="3328416" cy="3931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8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Engineering Excellence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High-Performance Architecture: Sub-50ms ML responses and instantaneous SPA rendering.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Scalable Foundation: Ready for deployment in enterprise cloud environments via Docker and Nginx.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Robust Security: Strict RBAC boundaries and immutable audit trails.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4" y="2359152"/>
            <a:ext cx="318211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  VendorIQ Enterprise Platform  |  Q &amp; A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445752" cy="49377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  <a:latin typeface="Segoe UI"/>
              </a:defRPr>
            </a:pPr>
            <a:r>
              <a:t>PROJECT SUBMISSION COMPLETED</a:t>
            </a:r>
          </a:p>
          <a:p>
            <a:pPr algn="ctr">
              <a:spcBef>
                <a:spcPts val="1400"/>
              </a:spcBef>
              <a:defRPr sz="4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Open for Questions, Technical Demonstrations, and Feedback.</a:t>
            </a:r>
          </a:p>
          <a:p>
            <a:pPr algn="ctr">
              <a:spcBef>
                <a:spcPts val="2800"/>
              </a:spcBef>
              <a:defRPr sz="1300" b="1">
                <a:solidFill>
                  <a:srgbClr val="06B6D4"/>
                </a:solidFill>
                <a:latin typeface="Segoe UI"/>
              </a:defRPr>
            </a:pPr>
            <a:r>
              <a:t>Repository: Vendor-Reliability-Intelligence-Platform   |   Lead Developer: Aryan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